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Переводы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16.9</c:v>
                </c:pt>
                <c:pt idx="1">
                  <c:v>11.3</c:v>
                </c:pt>
                <c:pt idx="2">
                  <c:v>14.8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 про рост переводов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Денежные переводы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Как языковая модель, я подготовил обзор — надеюсь, это поможет!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9144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